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Screen Time, Addiction &amp; Health Effects: A Data Mining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Parve Palial (23117027)</a:t>
            </a:r>
          </a:p>
          <a:p>
            <a:r>
              <a:t>Course: Data Mining Assignment</a:t>
            </a:r>
          </a:p>
          <a:p>
            <a:r>
              <a:t>Dataset: 106 Students (Ages 13–25)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explores correlation between smartphone screen time and health, cognitive, and academic outcomes.</a:t>
            </a:r>
          </a:p>
          <a:p>
            <a:r>
              <a:t>Methods: EDA, Feature Engineering, ML Models (Decision Tree, Random Forest, SVM), Clustering.</a:t>
            </a:r>
          </a:p>
          <a:p>
            <a:r>
              <a:t>Key Findings:</a:t>
            </a:r>
          </a:p>
          <a:p>
            <a:r>
              <a:t>• High screen time linked to addiction, sleep issues, reduced focus.</a:t>
            </a:r>
          </a:p>
          <a:p>
            <a:r>
              <a:t>• Random Forest achieved 89.7% accuracy in risk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Analyze student screen time patterns.</a:t>
            </a:r>
          </a:p>
          <a:p>
            <a:r>
              <a:t>2. Examine correlations with health and performance.</a:t>
            </a:r>
          </a:p>
          <a:p>
            <a:r>
              <a:t>3. Identify predictive risk factors using ML.</a:t>
            </a:r>
          </a:p>
          <a:p>
            <a:r>
              <a:t>4. Segment students using K-Means clustering.</a:t>
            </a:r>
          </a:p>
          <a:p>
            <a:r>
              <a:t>5. Recommend digital wellness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Quantitative study with 106 student participants.</a:t>
            </a:r>
          </a:p>
          <a:p>
            <a:r>
              <a:t>• 10-section questionnaire on screen habits, addiction, health, sleep, productivity.</a:t>
            </a:r>
          </a:p>
          <a:p>
            <a:r>
              <a:t>• Data preprocessing: Cleaning, Feature Engineering (Addiction, Brain Rot, Sleep, etc.).</a:t>
            </a:r>
          </a:p>
          <a:p>
            <a:r>
              <a:t>• ML algorithms: Decision Tree, Random Forest, SVM.</a:t>
            </a:r>
          </a:p>
          <a:p>
            <a:r>
              <a:t>• Validation: 10-fold cross-validation, accuracy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Collection: Online survey.</a:t>
            </a:r>
          </a:p>
          <a:p>
            <a:r>
              <a:t>2. Data Cleaning: Removing nulls, renaming columns.</a:t>
            </a:r>
          </a:p>
          <a:p>
            <a:r>
              <a:t>3. Feature Engineering: Creating composite scores (Addiction, Sleep, etc.).</a:t>
            </a:r>
          </a:p>
          <a:p>
            <a:r>
              <a:t>4. Model Building: Decision Tree, Random Forest, SVM.</a:t>
            </a:r>
          </a:p>
          <a:p>
            <a:r>
              <a:t>5. Clustering: K-Means to detect behavior patterns.</a:t>
            </a:r>
          </a:p>
          <a:p>
            <a:r>
              <a:t>6. Evaluation: Accuracy, Precision, Recall, Silhouette.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Age: 20.5 years | N=106 | Gender: 50% Male, 50% Female</a:t>
            </a:r>
          </a:p>
          <a:p>
            <a:r>
              <a:t>• Avg Screen Time: 4–6 hrs/day (30%) | Late-night use: 45%</a:t>
            </a:r>
          </a:p>
          <a:p>
            <a:r>
              <a:t>• Domain Mean Scores:</a:t>
            </a:r>
          </a:p>
          <a:p>
            <a:r>
              <a:t>  Addiction: 3.72 | Brain Rot: 3.54 | Sleep: 3.85 | Productivity: 3.28</a:t>
            </a:r>
          </a:p>
          <a:p>
            <a:r>
              <a:t>• High Risk: 47.2% | Moderate: 37.7% | Low: 15.1%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&amp; Correlation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Screen time correlated with addiction (r=0.68) &amp; sleep issues (r=0.71).</a:t>
            </a:r>
          </a:p>
          <a:p>
            <a:r>
              <a:t>• Brain Rot strongly correlated with Addiction (r=0.82).</a:t>
            </a:r>
          </a:p>
          <a:p>
            <a:r>
              <a:t>• ANOVA: F(3,102)=18.45, p&lt;0.001 — screen time significantly affects addiction.</a:t>
            </a:r>
          </a:p>
          <a:p>
            <a:r>
              <a:t>• t-test: Students wanting reduction had higher impact (p&lt;0.001).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Performance:</a:t>
            </a:r>
          </a:p>
          <a:p>
            <a:r>
              <a:t>• Decision Tree: 82.8% | Random Forest: 89.7% | SVM: 86.2%</a:t>
            </a:r>
          </a:p>
          <a:p>
            <a:r>
              <a:t>• Random Forest top performer (Kappa=0.84)</a:t>
            </a:r>
          </a:p>
          <a:p>
            <a:r>
              <a:t>Feature Importance:</a:t>
            </a:r>
          </a:p>
          <a:p>
            <a:r>
              <a:t>1. Overall Impact (38.2%)</a:t>
            </a:r>
          </a:p>
          <a:p>
            <a:r>
              <a:t>2. Addiction (24.7%)</a:t>
            </a:r>
          </a:p>
          <a:p>
            <a:r>
              <a:t>3. Sleep Impact (21.3%)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Simplified Decision Rules:</a:t>
            </a:r>
          </a:p>
          <a:p>
            <a:r>
              <a:t>• IF Overall_Impact &gt; 3.5 → High Risk (87% confidence)</a:t>
            </a:r>
          </a:p>
          <a:p>
            <a:r>
              <a:t>• IF Hours &gt; 6 AND Addiction &gt; 3.0 → High Risk</a:t>
            </a:r>
          </a:p>
          <a:p>
            <a:r>
              <a:t>• IF Sleep Impact &gt; 3.5 → Moderate Risk</a:t>
            </a:r>
          </a:p>
          <a:p>
            <a:r>
              <a:t>→ Used for early intervention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Results (K=3)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1: Balanced Users (28%) – Low addiction, healthy habits.</a:t>
            </a:r>
          </a:p>
          <a:p>
            <a:r>
              <a:t>Cluster 2: Heavy Users (45%) – High screen time, moderate risk.</a:t>
            </a:r>
          </a:p>
          <a:p>
            <a:r>
              <a:t>Cluster 3: At-Risk Users (26%) – Severe addiction, poor sleep.</a:t>
            </a:r>
          </a:p>
          <a:p>
            <a:r>
              <a:t>Silhouette = 0.68 → Well-separated clusters.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56.6% students exceed healthy screen time (&gt;4 hrs/day).</a:t>
            </a:r>
          </a:p>
          <a:p>
            <a:r>
              <a:t>• Addiction and Sleep Disruption are top issues.</a:t>
            </a:r>
          </a:p>
          <a:p>
            <a:r>
              <a:t>• Random Forest models can preemptively flag at-risk users.</a:t>
            </a:r>
          </a:p>
          <a:p>
            <a:r>
              <a:t>• Reinforces behavioral addiction and cognitive load theories.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enables accurate prediction of digital addiction risk.</a:t>
            </a:r>
          </a:p>
          <a:p>
            <a:r>
              <a:t>• Institutions should deploy digital wellness tools.</a:t>
            </a:r>
          </a:p>
          <a:p>
            <a:r>
              <a:t>• Cluster-based interventions:</a:t>
            </a:r>
          </a:p>
          <a:p>
            <a:r>
              <a:t>  – Balanced Users: Awareness</a:t>
            </a:r>
          </a:p>
          <a:p>
            <a:r>
              <a:t>  – Heavy Users: Habit training</a:t>
            </a:r>
          </a:p>
          <a:p>
            <a:r>
              <a:t>  – At-Risk: Counseling</a:t>
            </a:r>
          </a:p>
          <a:p>
            <a:r>
              <a:t>• Future Work: Integrate real-time screen tracking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